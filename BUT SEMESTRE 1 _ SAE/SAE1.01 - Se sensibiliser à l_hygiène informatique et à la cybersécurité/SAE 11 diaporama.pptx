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8ed3d47d7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88ed3d47d7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8ed3d47d7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8ed3d47d7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8ed3d47d7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8ed3d47d7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8ed3d47d7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88ed3d47d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8ed3d47d7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8ed3d47d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8ed3d47d7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88ed3d47d7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2" name="Google Shape;22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2" name="Google Shape;72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4" name="Google Shape;94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2" name="Google Shape;102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8" name="Google Shape;10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5074275" y="3302075"/>
            <a:ext cx="3329700" cy="15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Hygiène informatique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Présenté par : Edouard Nicolas, Piek Yohann, Famchon Pierre et Bauchart Michel </a:t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Sommaire :</a:t>
            </a:r>
            <a:r>
              <a:rPr lang="fr"/>
              <a:t> 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97500" y="123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1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Gestion de mot de passe</a:t>
            </a:r>
            <a:endParaRPr sz="15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Gestion de sa boîte mail </a:t>
            </a:r>
            <a:endParaRPr sz="150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Gestion de poste</a:t>
            </a:r>
            <a:endParaRPr sz="15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 Sécurité </a:t>
            </a:r>
            <a:r>
              <a:rPr lang="fr" sz="1505"/>
              <a:t>matériel</a:t>
            </a:r>
            <a:r>
              <a:rPr lang="fr" sz="1505"/>
              <a:t> </a:t>
            </a:r>
            <a:endParaRPr sz="15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Conclusion </a:t>
            </a:r>
            <a:endParaRPr sz="1505"/>
          </a:p>
        </p:txBody>
      </p:sp>
      <p:sp>
        <p:nvSpPr>
          <p:cNvPr id="144" name="Google Shape;144;p14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Gestion de mot de passe</a:t>
            </a:r>
            <a:r>
              <a:rPr b="1" lang="fr" sz="3600"/>
              <a:t> : </a:t>
            </a:r>
            <a:endParaRPr b="1" sz="3600"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50"/>
              <a:t>- Utiliser</a:t>
            </a:r>
            <a:r>
              <a:rPr lang="fr" sz="5250"/>
              <a:t> un coffre fort à mot de passe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(ex : Keepass, Nordpass, etc ) 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- Utiliser un mot de passe fort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( ex : Sat5e4!dA ) 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- Ne pas exposer son mot de passe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850"/>
              <a:t>- Risque qu’une personne récupère </a:t>
            </a:r>
            <a:endParaRPr sz="48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850"/>
              <a:t>votre mot de passe</a:t>
            </a:r>
            <a:endParaRPr sz="48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075" y="1567550"/>
            <a:ext cx="2909076" cy="12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925" y="1759872"/>
            <a:ext cx="442300" cy="88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4" name="Google Shape;15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1625" y="3402224"/>
            <a:ext cx="2932526" cy="15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Gestion de sa boîte mail : </a:t>
            </a:r>
            <a:endParaRPr b="1" sz="3600"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00"/>
              <a:t>- </a:t>
            </a:r>
            <a:r>
              <a:rPr lang="fr" sz="5200"/>
              <a:t>Vérifier la provenance du mail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- Ne pas ouvrir ses mails personnels 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sur les lieux de travail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- Vérifier les pièces jointes affilié au mail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- Risque de mal gérer ses mails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750" y="1709875"/>
            <a:ext cx="1174700" cy="11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1150" y="3238349"/>
            <a:ext cx="2155875" cy="1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Gestion de poste :</a:t>
            </a:r>
            <a:endParaRPr b="1" sz="4000"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 Mettre à jour ses antivirus et ses logiciels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Se méfier des logiciels que vous installez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Activer les pare-feux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Risques de ne pas maintenir ses logiciels à jour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1" name="Google Shape;1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1000" y="1551447"/>
            <a:ext cx="1588325" cy="15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365" y="3281325"/>
            <a:ext cx="2075576" cy="13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Sécurité </a:t>
            </a:r>
            <a:r>
              <a:rPr b="1" lang="fr" sz="3600"/>
              <a:t>matériel</a:t>
            </a:r>
            <a:r>
              <a:rPr b="1" lang="fr" sz="3600"/>
              <a:t> : </a:t>
            </a:r>
            <a:endParaRPr b="1" sz="3600"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 Harmoniser les choix de matériels et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des systèmes d’exploitations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Ne pas laisser brancher des matériels extérieur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(ex : clé USB, disque dur, etc 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Risques de ne pas sécuriser son poste</a:t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873" y="1369375"/>
            <a:ext cx="2402740" cy="16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460675" y="969175"/>
            <a:ext cx="398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4935" y="3158750"/>
            <a:ext cx="2502602" cy="14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Conclusion : </a:t>
            </a:r>
            <a:endParaRPr b="1" sz="3600"/>
          </a:p>
        </p:txBody>
      </p:sp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038"/>
              <a:t>- Perte financières </a:t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038"/>
              <a:t>- Fuite de données de l’entreprise</a:t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038"/>
              <a:t>- Fuite d’informations sur le personnel </a:t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038"/>
              <a:t>- Dégradation de l’image de l’entreprise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350" y="1571162"/>
            <a:ext cx="3402049" cy="200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4852750" y="3364400"/>
            <a:ext cx="3717300" cy="25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351" y="1599149"/>
            <a:ext cx="717273" cy="7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